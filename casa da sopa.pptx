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62" r:id="rId2"/>
    <p:sldId id="388" r:id="rId3"/>
    <p:sldId id="389" r:id="rId4"/>
    <p:sldId id="366" r:id="rId5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19C13-1B7B-4257-AB5C-4D4489E7BFB1}" v="1160" dt="2025-11-27T23:24:11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22"/>
    <p:restoredTop sz="96271"/>
  </p:normalViewPr>
  <p:slideViewPr>
    <p:cSldViewPr snapToGrid="0" snapToObjects="1">
      <p:cViewPr varScale="1">
        <p:scale>
          <a:sx n="84" d="100"/>
          <a:sy n="84" d="100"/>
        </p:scale>
        <p:origin x="1092" y="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racioli,Caroline,BR-Ribeirão Preto" userId="9f26a882-b8f5-4caa-8611-af00b93d4ebf" providerId="ADAL" clId="{EBFF5D0B-2BEB-441D-87BD-955D1AD42C57}"/>
    <pc:docChg chg="custSel addSld delSld modSld">
      <pc:chgData name="Ferracioli,Caroline,BR-Ribeirão Preto" userId="9f26a882-b8f5-4caa-8611-af00b93d4ebf" providerId="ADAL" clId="{EBFF5D0B-2BEB-441D-87BD-955D1AD42C57}" dt="2025-11-27T23:24:11.379" v="1273" actId="403"/>
      <pc:docMkLst>
        <pc:docMk/>
      </pc:docMkLst>
      <pc:sldChg chg="addSp delSp modSp mod delAnim modAnim">
        <pc:chgData name="Ferracioli,Caroline,BR-Ribeirão Preto" userId="9f26a882-b8f5-4caa-8611-af00b93d4ebf" providerId="ADAL" clId="{EBFF5D0B-2BEB-441D-87BD-955D1AD42C57}" dt="2025-11-27T23:24:11.379" v="1273" actId="403"/>
        <pc:sldMkLst>
          <pc:docMk/>
          <pc:sldMk cId="53399004" sldId="366"/>
        </pc:sldMkLst>
        <pc:spChg chg="mod">
          <ac:chgData name="Ferracioli,Caroline,BR-Ribeirão Preto" userId="9f26a882-b8f5-4caa-8611-af00b93d4ebf" providerId="ADAL" clId="{EBFF5D0B-2BEB-441D-87BD-955D1AD42C57}" dt="2025-11-27T23:22:34.588" v="1194" actId="20577"/>
          <ac:spMkLst>
            <pc:docMk/>
            <pc:sldMk cId="53399004" sldId="366"/>
            <ac:spMk id="12" creationId="{5C328038-120D-7342-903B-97D932AF7B5D}"/>
          </ac:spMkLst>
        </pc:spChg>
        <pc:spChg chg="del">
          <ac:chgData name="Ferracioli,Caroline,BR-Ribeirão Preto" userId="9f26a882-b8f5-4caa-8611-af00b93d4ebf" providerId="ADAL" clId="{EBFF5D0B-2BEB-441D-87BD-955D1AD42C57}" dt="2025-11-27T23:22:27.951" v="1184" actId="478"/>
          <ac:spMkLst>
            <pc:docMk/>
            <pc:sldMk cId="53399004" sldId="366"/>
            <ac:spMk id="13" creationId="{70E236AF-AF1C-E44E-AEF3-128B7B9F4CF7}"/>
          </ac:spMkLst>
        </pc:spChg>
        <pc:spChg chg="del">
          <ac:chgData name="Ferracioli,Caroline,BR-Ribeirão Preto" userId="9f26a882-b8f5-4caa-8611-af00b93d4ebf" providerId="ADAL" clId="{EBFF5D0B-2BEB-441D-87BD-955D1AD42C57}" dt="2025-11-27T23:09:45.364" v="632" actId="478"/>
          <ac:spMkLst>
            <pc:docMk/>
            <pc:sldMk cId="53399004" sldId="366"/>
            <ac:spMk id="14" creationId="{03611B7E-16F2-B842-9567-73E8CBF067E9}"/>
          </ac:spMkLst>
        </pc:spChg>
        <pc:spChg chg="del">
          <ac:chgData name="Ferracioli,Caroline,BR-Ribeirão Preto" userId="9f26a882-b8f5-4caa-8611-af00b93d4ebf" providerId="ADAL" clId="{EBFF5D0B-2BEB-441D-87BD-955D1AD42C57}" dt="2025-11-27T23:09:42.854" v="631" actId="478"/>
          <ac:spMkLst>
            <pc:docMk/>
            <pc:sldMk cId="53399004" sldId="366"/>
            <ac:spMk id="15" creationId="{B784A3BB-5139-1248-AF82-0D9D323826EE}"/>
          </ac:spMkLst>
        </pc:spChg>
        <pc:spChg chg="mod">
          <ac:chgData name="Ferracioli,Caroline,BR-Ribeirão Preto" userId="9f26a882-b8f5-4caa-8611-af00b93d4ebf" providerId="ADAL" clId="{EBFF5D0B-2BEB-441D-87BD-955D1AD42C57}" dt="2025-11-27T23:24:11.379" v="1273" actId="403"/>
          <ac:spMkLst>
            <pc:docMk/>
            <pc:sldMk cId="53399004" sldId="366"/>
            <ac:spMk id="16" creationId="{8BEF1EDD-6148-5440-8D7C-6A01846EE6F4}"/>
          </ac:spMkLst>
        </pc:spChg>
        <pc:spChg chg="mod">
          <ac:chgData name="Ferracioli,Caroline,BR-Ribeirão Preto" userId="9f26a882-b8f5-4caa-8611-af00b93d4ebf" providerId="ADAL" clId="{EBFF5D0B-2BEB-441D-87BD-955D1AD42C57}" dt="2025-11-27T23:23:18.221" v="1249" actId="1076"/>
          <ac:spMkLst>
            <pc:docMk/>
            <pc:sldMk cId="53399004" sldId="366"/>
            <ac:spMk id="17" creationId="{8927ED80-B81B-3E42-A527-5EE72DBB7725}"/>
          </ac:spMkLst>
        </pc:spChg>
        <pc:spChg chg="add mod">
          <ac:chgData name="Ferracioli,Caroline,BR-Ribeirão Preto" userId="9f26a882-b8f5-4caa-8611-af00b93d4ebf" providerId="ADAL" clId="{EBFF5D0B-2BEB-441D-87BD-955D1AD42C57}" dt="2025-11-27T23:24:04.222" v="1271" actId="14100"/>
          <ac:spMkLst>
            <pc:docMk/>
            <pc:sldMk cId="53399004" sldId="366"/>
            <ac:spMk id="22" creationId="{A3D82EC0-4D2C-A8B8-4190-F9C2A727E1FF}"/>
          </ac:spMkLst>
        </pc:spChg>
        <pc:picChg chg="add mod">
          <ac:chgData name="Ferracioli,Caroline,BR-Ribeirão Preto" userId="9f26a882-b8f5-4caa-8611-af00b93d4ebf" providerId="ADAL" clId="{EBFF5D0B-2BEB-441D-87BD-955D1AD42C57}" dt="2025-11-27T23:23:32.470" v="1253" actId="1076"/>
          <ac:picMkLst>
            <pc:docMk/>
            <pc:sldMk cId="53399004" sldId="366"/>
            <ac:picMk id="19" creationId="{C3A9C972-8B42-9AE4-165E-41331254F40E}"/>
          </ac:picMkLst>
        </pc:picChg>
        <pc:picChg chg="add mod">
          <ac:chgData name="Ferracioli,Caroline,BR-Ribeirão Preto" userId="9f26a882-b8f5-4caa-8611-af00b93d4ebf" providerId="ADAL" clId="{EBFF5D0B-2BEB-441D-87BD-955D1AD42C57}" dt="2025-11-27T23:23:40.954" v="1257" actId="1076"/>
          <ac:picMkLst>
            <pc:docMk/>
            <pc:sldMk cId="53399004" sldId="366"/>
            <ac:picMk id="21" creationId="{57AF56C6-476E-11F2-14BD-7839CBD1B815}"/>
          </ac:picMkLst>
        </pc:picChg>
      </pc:sldChg>
      <pc:sldChg chg="del">
        <pc:chgData name="Ferracioli,Caroline,BR-Ribeirão Preto" userId="9f26a882-b8f5-4caa-8611-af00b93d4ebf" providerId="ADAL" clId="{EBFF5D0B-2BEB-441D-87BD-955D1AD42C57}" dt="2025-11-27T22:53:30.971" v="3" actId="2696"/>
        <pc:sldMkLst>
          <pc:docMk/>
          <pc:sldMk cId="4146469529" sldId="369"/>
        </pc:sldMkLst>
      </pc:sldChg>
      <pc:sldChg chg="addSp delSp modSp mod delAnim modAnim">
        <pc:chgData name="Ferracioli,Caroline,BR-Ribeirão Preto" userId="9f26a882-b8f5-4caa-8611-af00b93d4ebf" providerId="ADAL" clId="{EBFF5D0B-2BEB-441D-87BD-955D1AD42C57}" dt="2025-11-27T23:07:32.588" v="448" actId="1076"/>
        <pc:sldMkLst>
          <pc:docMk/>
          <pc:sldMk cId="409040519" sldId="388"/>
        </pc:sldMkLst>
        <pc:spChg chg="del">
          <ac:chgData name="Ferracioli,Caroline,BR-Ribeirão Preto" userId="9f26a882-b8f5-4caa-8611-af00b93d4ebf" providerId="ADAL" clId="{EBFF5D0B-2BEB-441D-87BD-955D1AD42C57}" dt="2025-11-27T22:59:57.011" v="50" actId="478"/>
          <ac:spMkLst>
            <pc:docMk/>
            <pc:sldMk cId="409040519" sldId="388"/>
            <ac:spMk id="2" creationId="{3EBE0331-A95A-1B47-9146-69401457EC6F}"/>
          </ac:spMkLst>
        </pc:spChg>
        <pc:spChg chg="mod">
          <ac:chgData name="Ferracioli,Caroline,BR-Ribeirão Preto" userId="9f26a882-b8f5-4caa-8611-af00b93d4ebf" providerId="ADAL" clId="{EBFF5D0B-2BEB-441D-87BD-955D1AD42C57}" dt="2025-11-27T22:54:03.662" v="32" actId="1076"/>
          <ac:spMkLst>
            <pc:docMk/>
            <pc:sldMk cId="409040519" sldId="388"/>
            <ac:spMk id="3" creationId="{70530273-A753-1B47-AF11-E509F0EDA5B7}"/>
          </ac:spMkLst>
        </pc:spChg>
        <pc:spChg chg="mod">
          <ac:chgData name="Ferracioli,Caroline,BR-Ribeirão Preto" userId="9f26a882-b8f5-4caa-8611-af00b93d4ebf" providerId="ADAL" clId="{EBFF5D0B-2BEB-441D-87BD-955D1AD42C57}" dt="2025-11-27T23:07:27.783" v="447" actId="14100"/>
          <ac:spMkLst>
            <pc:docMk/>
            <pc:sldMk cId="409040519" sldId="388"/>
            <ac:spMk id="4" creationId="{A5B3D8E8-A62A-FF47-B9E9-1635B8401AB2}"/>
          </ac:spMkLst>
        </pc:spChg>
        <pc:picChg chg="add mod">
          <ac:chgData name="Ferracioli,Caroline,BR-Ribeirão Preto" userId="9f26a882-b8f5-4caa-8611-af00b93d4ebf" providerId="ADAL" clId="{EBFF5D0B-2BEB-441D-87BD-955D1AD42C57}" dt="2025-11-27T22:59:03.668" v="39" actId="1076"/>
          <ac:picMkLst>
            <pc:docMk/>
            <pc:sldMk cId="409040519" sldId="388"/>
            <ac:picMk id="19" creationId="{1A35C583-ACAC-D7C7-A76A-3067165D7E44}"/>
          </ac:picMkLst>
        </pc:picChg>
        <pc:picChg chg="add del mod">
          <ac:chgData name="Ferracioli,Caroline,BR-Ribeirão Preto" userId="9f26a882-b8f5-4caa-8611-af00b93d4ebf" providerId="ADAL" clId="{EBFF5D0B-2BEB-441D-87BD-955D1AD42C57}" dt="2025-11-27T22:59:15.872" v="43" actId="478"/>
          <ac:picMkLst>
            <pc:docMk/>
            <pc:sldMk cId="409040519" sldId="388"/>
            <ac:picMk id="21" creationId="{AFFE76B8-C16A-309F-257C-E8D7F7E138AF}"/>
          </ac:picMkLst>
        </pc:picChg>
        <pc:picChg chg="add mod modCrop">
          <ac:chgData name="Ferracioli,Caroline,BR-Ribeirão Preto" userId="9f26a882-b8f5-4caa-8611-af00b93d4ebf" providerId="ADAL" clId="{EBFF5D0B-2BEB-441D-87BD-955D1AD42C57}" dt="2025-11-27T22:59:47.614" v="49" actId="1076"/>
          <ac:picMkLst>
            <pc:docMk/>
            <pc:sldMk cId="409040519" sldId="388"/>
            <ac:picMk id="23" creationId="{146F718E-C24C-EAEE-E441-11CAE8237CDA}"/>
          </ac:picMkLst>
        </pc:picChg>
        <pc:picChg chg="add mod modCrop">
          <ac:chgData name="Ferracioli,Caroline,BR-Ribeirão Preto" userId="9f26a882-b8f5-4caa-8611-af00b93d4ebf" providerId="ADAL" clId="{EBFF5D0B-2BEB-441D-87BD-955D1AD42C57}" dt="2025-11-27T23:07:32.588" v="448" actId="1076"/>
          <ac:picMkLst>
            <pc:docMk/>
            <pc:sldMk cId="409040519" sldId="388"/>
            <ac:picMk id="25" creationId="{F965083F-E64D-DD76-E7C0-44648D1BBAD0}"/>
          </ac:picMkLst>
        </pc:picChg>
      </pc:sldChg>
      <pc:sldChg chg="addSp modSp mod modAnim">
        <pc:chgData name="Ferracioli,Caroline,BR-Ribeirão Preto" userId="9f26a882-b8f5-4caa-8611-af00b93d4ebf" providerId="ADAL" clId="{EBFF5D0B-2BEB-441D-87BD-955D1AD42C57}" dt="2025-11-27T23:21:17.051" v="1174" actId="1076"/>
        <pc:sldMkLst>
          <pc:docMk/>
          <pc:sldMk cId="4234754742" sldId="389"/>
        </pc:sldMkLst>
        <pc:spChg chg="mod">
          <ac:chgData name="Ferracioli,Caroline,BR-Ribeirão Preto" userId="9f26a882-b8f5-4caa-8611-af00b93d4ebf" providerId="ADAL" clId="{EBFF5D0B-2BEB-441D-87BD-955D1AD42C57}" dt="2025-11-27T23:12:01.696" v="649" actId="1076"/>
          <ac:spMkLst>
            <pc:docMk/>
            <pc:sldMk cId="4234754742" sldId="389"/>
            <ac:spMk id="2" creationId="{3EBE0331-A95A-1B47-9146-69401457EC6F}"/>
          </ac:spMkLst>
        </pc:spChg>
        <pc:spChg chg="mod">
          <ac:chgData name="Ferracioli,Caroline,BR-Ribeirão Preto" userId="9f26a882-b8f5-4caa-8611-af00b93d4ebf" providerId="ADAL" clId="{EBFF5D0B-2BEB-441D-87BD-955D1AD42C57}" dt="2025-11-27T23:15:14.339" v="856" actId="1076"/>
          <ac:spMkLst>
            <pc:docMk/>
            <pc:sldMk cId="4234754742" sldId="389"/>
            <ac:spMk id="3" creationId="{70530273-A753-1B47-AF11-E509F0EDA5B7}"/>
          </ac:spMkLst>
        </pc:spChg>
        <pc:spChg chg="mod">
          <ac:chgData name="Ferracioli,Caroline,BR-Ribeirão Preto" userId="9f26a882-b8f5-4caa-8611-af00b93d4ebf" providerId="ADAL" clId="{EBFF5D0B-2BEB-441D-87BD-955D1AD42C57}" dt="2025-11-27T23:15:08.428" v="855" actId="1076"/>
          <ac:spMkLst>
            <pc:docMk/>
            <pc:sldMk cId="4234754742" sldId="389"/>
            <ac:spMk id="4" creationId="{A5B3D8E8-A62A-FF47-B9E9-1635B8401AB2}"/>
          </ac:spMkLst>
        </pc:spChg>
        <pc:spChg chg="add">
          <ac:chgData name="Ferracioli,Caroline,BR-Ribeirão Preto" userId="9f26a882-b8f5-4caa-8611-af00b93d4ebf" providerId="ADAL" clId="{EBFF5D0B-2BEB-441D-87BD-955D1AD42C57}" dt="2025-11-27T23:10:53.980" v="634"/>
          <ac:spMkLst>
            <pc:docMk/>
            <pc:sldMk cId="4234754742" sldId="389"/>
            <ac:spMk id="18" creationId="{25970B50-5CA5-DDDC-1352-5E08E97439B3}"/>
          </ac:spMkLst>
        </pc:spChg>
        <pc:spChg chg="add mod">
          <ac:chgData name="Ferracioli,Caroline,BR-Ribeirão Preto" userId="9f26a882-b8f5-4caa-8611-af00b93d4ebf" providerId="ADAL" clId="{EBFF5D0B-2BEB-441D-87BD-955D1AD42C57}" dt="2025-11-27T23:11:05.032" v="637" actId="14100"/>
          <ac:spMkLst>
            <pc:docMk/>
            <pc:sldMk cId="4234754742" sldId="389"/>
            <ac:spMk id="19" creationId="{99B80918-00ED-81C0-163F-FA61DAC1B5B2}"/>
          </ac:spMkLst>
        </pc:spChg>
        <pc:spChg chg="add mod">
          <ac:chgData name="Ferracioli,Caroline,BR-Ribeirão Preto" userId="9f26a882-b8f5-4caa-8611-af00b93d4ebf" providerId="ADAL" clId="{EBFF5D0B-2BEB-441D-87BD-955D1AD42C57}" dt="2025-11-27T23:15:18.211" v="857" actId="1076"/>
          <ac:spMkLst>
            <pc:docMk/>
            <pc:sldMk cId="4234754742" sldId="389"/>
            <ac:spMk id="22" creationId="{9C3813FD-0B9D-993B-380A-820532BAB6D4}"/>
          </ac:spMkLst>
        </pc:spChg>
        <pc:spChg chg="add mod">
          <ac:chgData name="Ferracioli,Caroline,BR-Ribeirão Preto" userId="9f26a882-b8f5-4caa-8611-af00b93d4ebf" providerId="ADAL" clId="{EBFF5D0B-2BEB-441D-87BD-955D1AD42C57}" dt="2025-11-27T23:18:18.112" v="1165" actId="115"/>
          <ac:spMkLst>
            <pc:docMk/>
            <pc:sldMk cId="4234754742" sldId="389"/>
            <ac:spMk id="23" creationId="{68DF028C-0B16-4B83-898C-DF7CD4DA6FBF}"/>
          </ac:spMkLst>
        </pc:spChg>
        <pc:picChg chg="add mod">
          <ac:chgData name="Ferracioli,Caroline,BR-Ribeirão Preto" userId="9f26a882-b8f5-4caa-8611-af00b93d4ebf" providerId="ADAL" clId="{EBFF5D0B-2BEB-441D-87BD-955D1AD42C57}" dt="2025-11-27T23:14:20.978" v="820" actId="1076"/>
          <ac:picMkLst>
            <pc:docMk/>
            <pc:sldMk cId="4234754742" sldId="389"/>
            <ac:picMk id="21" creationId="{FAB03E96-8DCE-2C86-3A0F-0E217AD333CD}"/>
          </ac:picMkLst>
        </pc:picChg>
        <pc:picChg chg="add mod modCrop">
          <ac:chgData name="Ferracioli,Caroline,BR-Ribeirão Preto" userId="9f26a882-b8f5-4caa-8611-af00b93d4ebf" providerId="ADAL" clId="{EBFF5D0B-2BEB-441D-87BD-955D1AD42C57}" dt="2025-11-27T23:21:17.051" v="1174" actId="1076"/>
          <ac:picMkLst>
            <pc:docMk/>
            <pc:sldMk cId="4234754742" sldId="389"/>
            <ac:picMk id="25" creationId="{6EB822CC-4E40-AF3A-14F0-DD52EB08991A}"/>
          </ac:picMkLst>
        </pc:picChg>
      </pc:sldChg>
      <pc:sldChg chg="del">
        <pc:chgData name="Ferracioli,Caroline,BR-Ribeirão Preto" userId="9f26a882-b8f5-4caa-8611-af00b93d4ebf" providerId="ADAL" clId="{EBFF5D0B-2BEB-441D-87BD-955D1AD42C57}" dt="2025-11-27T23:22:21.795" v="1183" actId="2696"/>
        <pc:sldMkLst>
          <pc:docMk/>
          <pc:sldMk cId="751890635" sldId="390"/>
        </pc:sldMkLst>
      </pc:sldChg>
      <pc:sldChg chg="add del">
        <pc:chgData name="Ferracioli,Caroline,BR-Ribeirão Preto" userId="9f26a882-b8f5-4caa-8611-af00b93d4ebf" providerId="ADAL" clId="{EBFF5D0B-2BEB-441D-87BD-955D1AD42C57}" dt="2025-11-27T23:22:19.846" v="1182" actId="2696"/>
        <pc:sldMkLst>
          <pc:docMk/>
          <pc:sldMk cId="2717080426" sldId="391"/>
        </pc:sldMkLst>
      </pc:sldChg>
      <pc:sldChg chg="del">
        <pc:chgData name="Ferracioli,Caroline,BR-Ribeirão Preto" userId="9f26a882-b8f5-4caa-8611-af00b93d4ebf" providerId="ADAL" clId="{EBFF5D0B-2BEB-441D-87BD-955D1AD42C57}" dt="2025-11-27T22:53:25.740" v="0" actId="2696"/>
        <pc:sldMkLst>
          <pc:docMk/>
          <pc:sldMk cId="2834388152" sldId="391"/>
        </pc:sldMkLst>
      </pc:sldChg>
      <pc:sldChg chg="del">
        <pc:chgData name="Ferracioli,Caroline,BR-Ribeirão Preto" userId="9f26a882-b8f5-4caa-8611-af00b93d4ebf" providerId="ADAL" clId="{EBFF5D0B-2BEB-441D-87BD-955D1AD42C57}" dt="2025-11-27T22:53:29.114" v="2" actId="2696"/>
        <pc:sldMkLst>
          <pc:docMk/>
          <pc:sldMk cId="899559826" sldId="392"/>
        </pc:sldMkLst>
      </pc:sldChg>
      <pc:sldChg chg="del">
        <pc:chgData name="Ferracioli,Caroline,BR-Ribeirão Preto" userId="9f26a882-b8f5-4caa-8611-af00b93d4ebf" providerId="ADAL" clId="{EBFF5D0B-2BEB-441D-87BD-955D1AD42C57}" dt="2025-11-27T22:53:27.481" v="1" actId="2696"/>
        <pc:sldMkLst>
          <pc:docMk/>
          <pc:sldMk cId="3036614607" sldId="393"/>
        </pc:sldMkLst>
      </pc:sldChg>
      <pc:sldChg chg="del">
        <pc:chgData name="Ferracioli,Caroline,BR-Ribeirão Preto" userId="9f26a882-b8f5-4caa-8611-af00b93d4ebf" providerId="ADAL" clId="{EBFF5D0B-2BEB-441D-87BD-955D1AD42C57}" dt="2025-11-27T23:08:04.035" v="449" actId="2696"/>
        <pc:sldMkLst>
          <pc:docMk/>
          <pc:sldMk cId="2142751653" sldId="394"/>
        </pc:sldMkLst>
      </pc:sldChg>
      <pc:sldChg chg="modSp del mod">
        <pc:chgData name="Ferracioli,Caroline,BR-Ribeirão Preto" userId="9f26a882-b8f5-4caa-8611-af00b93d4ebf" providerId="ADAL" clId="{EBFF5D0B-2BEB-441D-87BD-955D1AD42C57}" dt="2025-11-27T23:09:01.371" v="565" actId="2696"/>
        <pc:sldMkLst>
          <pc:docMk/>
          <pc:sldMk cId="2288589123" sldId="395"/>
        </pc:sldMkLst>
        <pc:spChg chg="mod">
          <ac:chgData name="Ferracioli,Caroline,BR-Ribeirão Preto" userId="9f26a882-b8f5-4caa-8611-af00b93d4ebf" providerId="ADAL" clId="{EBFF5D0B-2BEB-441D-87BD-955D1AD42C57}" dt="2025-11-27T23:08:58.879" v="564" actId="1076"/>
          <ac:spMkLst>
            <pc:docMk/>
            <pc:sldMk cId="2288589123" sldId="395"/>
            <ac:spMk id="2" creationId="{B448BA8E-2FBF-B34A-B681-8CB440772863}"/>
          </ac:spMkLst>
        </pc:spChg>
      </pc:sldChg>
      <pc:sldChg chg="del">
        <pc:chgData name="Ferracioli,Caroline,BR-Ribeirão Preto" userId="9f26a882-b8f5-4caa-8611-af00b93d4ebf" providerId="ADAL" clId="{EBFF5D0B-2BEB-441D-87BD-955D1AD42C57}" dt="2025-11-27T23:09:07.300" v="566" actId="2696"/>
        <pc:sldMkLst>
          <pc:docMk/>
          <pc:sldMk cId="486738114" sldId="396"/>
        </pc:sldMkLst>
      </pc:sldChg>
      <pc:sldChg chg="del">
        <pc:chgData name="Ferracioli,Caroline,BR-Ribeirão Preto" userId="9f26a882-b8f5-4caa-8611-af00b93d4ebf" providerId="ADAL" clId="{EBFF5D0B-2BEB-441D-87BD-955D1AD42C57}" dt="2025-11-27T23:22:03.400" v="1175" actId="2696"/>
        <pc:sldMkLst>
          <pc:docMk/>
          <pc:sldMk cId="3271535247" sldId="397"/>
        </pc:sldMkLst>
      </pc:sldChg>
      <pc:sldChg chg="del">
        <pc:chgData name="Ferracioli,Caroline,BR-Ribeirão Preto" userId="9f26a882-b8f5-4caa-8611-af00b93d4ebf" providerId="ADAL" clId="{EBFF5D0B-2BEB-441D-87BD-955D1AD42C57}" dt="2025-11-27T23:22:05.680" v="1176" actId="2696"/>
        <pc:sldMkLst>
          <pc:docMk/>
          <pc:sldMk cId="1420937743" sldId="398"/>
        </pc:sldMkLst>
      </pc:sldChg>
      <pc:sldChg chg="del">
        <pc:chgData name="Ferracioli,Caroline,BR-Ribeirão Preto" userId="9f26a882-b8f5-4caa-8611-af00b93d4ebf" providerId="ADAL" clId="{EBFF5D0B-2BEB-441D-87BD-955D1AD42C57}" dt="2025-11-27T23:22:07.237" v="1177" actId="2696"/>
        <pc:sldMkLst>
          <pc:docMk/>
          <pc:sldMk cId="110938638" sldId="399"/>
        </pc:sldMkLst>
      </pc:sldChg>
      <pc:sldChg chg="del">
        <pc:chgData name="Ferracioli,Caroline,BR-Ribeirão Preto" userId="9f26a882-b8f5-4caa-8611-af00b93d4ebf" providerId="ADAL" clId="{EBFF5D0B-2BEB-441D-87BD-955D1AD42C57}" dt="2025-11-27T23:22:11.250" v="1178" actId="2696"/>
        <pc:sldMkLst>
          <pc:docMk/>
          <pc:sldMk cId="2488724560" sldId="400"/>
        </pc:sldMkLst>
      </pc:sldChg>
      <pc:sldChg chg="del">
        <pc:chgData name="Ferracioli,Caroline,BR-Ribeirão Preto" userId="9f26a882-b8f5-4caa-8611-af00b93d4ebf" providerId="ADAL" clId="{EBFF5D0B-2BEB-441D-87BD-955D1AD42C57}" dt="2025-11-27T23:22:12.679" v="1179" actId="2696"/>
        <pc:sldMkLst>
          <pc:docMk/>
          <pc:sldMk cId="402453648" sldId="401"/>
        </pc:sldMkLst>
      </pc:sldChg>
      <pc:sldChg chg="del">
        <pc:chgData name="Ferracioli,Caroline,BR-Ribeirão Preto" userId="9f26a882-b8f5-4caa-8611-af00b93d4ebf" providerId="ADAL" clId="{EBFF5D0B-2BEB-441D-87BD-955D1AD42C57}" dt="2025-11-27T23:22:14.194" v="1180" actId="2696"/>
        <pc:sldMkLst>
          <pc:docMk/>
          <pc:sldMk cId="4153010360" sldId="4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30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3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43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60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63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139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85840A-BA68-A64D-AA76-5E9B9338CFC9}"/>
              </a:ext>
            </a:extLst>
          </p:cNvPr>
          <p:cNvSpPr txBox="1"/>
          <p:nvPr userDrawn="1"/>
        </p:nvSpPr>
        <p:spPr>
          <a:xfrm>
            <a:off x="747162" y="350345"/>
            <a:ext cx="2830925" cy="518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kumimoji="1" lang="pt-PT" altLang="pt-PT" sz="280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Montserrat"/>
              </a:rPr>
              <a:t>Insira o texto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0CA87C-0DF9-1744-9E68-6B3F3ED1B7AE}"/>
              </a:ext>
            </a:extLst>
          </p:cNvPr>
          <p:cNvSpPr txBox="1"/>
          <p:nvPr userDrawn="1"/>
        </p:nvSpPr>
        <p:spPr>
          <a:xfrm>
            <a:off x="756982" y="823406"/>
            <a:ext cx="2830925" cy="2133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pt-PT" altLang="pt-PT" sz="80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</a:rPr>
              <a:t>PREENCHA AQUI O TEXTO DO TÍTULO DO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C8A7E5-584F-BC45-AEA0-177C8C869636}"/>
              </a:ext>
            </a:extLst>
          </p:cNvPr>
          <p:cNvSpPr/>
          <p:nvPr/>
        </p:nvSpPr>
        <p:spPr>
          <a:xfrm flipH="1">
            <a:off x="11970831" y="0"/>
            <a:ext cx="221170" cy="6857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2ECA6A-A545-1541-9118-EB7BC43A9344}"/>
              </a:ext>
            </a:extLst>
          </p:cNvPr>
          <p:cNvSpPr/>
          <p:nvPr/>
        </p:nvSpPr>
        <p:spPr>
          <a:xfrm flipH="1">
            <a:off x="0" y="0"/>
            <a:ext cx="12192001" cy="193676"/>
          </a:xfrm>
          <a:prstGeom prst="rect">
            <a:avLst/>
          </a:pr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59B45E-C5D9-5048-8F8C-EA9B36E1D3F9}"/>
              </a:ext>
            </a:extLst>
          </p:cNvPr>
          <p:cNvSpPr/>
          <p:nvPr/>
        </p:nvSpPr>
        <p:spPr>
          <a:xfrm>
            <a:off x="202094" y="6677280"/>
            <a:ext cx="11989906" cy="186700"/>
          </a:xfrm>
          <a:prstGeom prst="rect">
            <a:avLst/>
          </a:pr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21AEED-ED4E-844B-9530-D57CFF219718}"/>
              </a:ext>
            </a:extLst>
          </p:cNvPr>
          <p:cNvSpPr/>
          <p:nvPr userDrawn="1"/>
        </p:nvSpPr>
        <p:spPr>
          <a:xfrm flipH="1">
            <a:off x="0" y="0"/>
            <a:ext cx="202094" cy="6857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0D818C0-50FD-414E-B62A-C828269075FE}"/>
              </a:ext>
            </a:extLst>
          </p:cNvPr>
          <p:cNvGrpSpPr/>
          <p:nvPr userDrawn="1"/>
        </p:nvGrpSpPr>
        <p:grpSpPr>
          <a:xfrm>
            <a:off x="0" y="0"/>
            <a:ext cx="1707831" cy="765502"/>
            <a:chOff x="0" y="0"/>
            <a:chExt cx="2802192" cy="1256028"/>
          </a:xfrm>
        </p:grpSpPr>
        <p:sp>
          <p:nvSpPr>
            <p:cNvPr id="10" name="直角三角形 9">
              <a:extLst>
                <a:ext uri="{FF2B5EF4-FFF2-40B4-BE49-F238E27FC236}">
                  <a16:creationId xmlns:a16="http://schemas.microsoft.com/office/drawing/2014/main" id="{A64B472F-2A52-344E-844F-564AF1FB37BE}"/>
                </a:ext>
              </a:extLst>
            </p:cNvPr>
            <p:cNvSpPr/>
            <p:nvPr/>
          </p:nvSpPr>
          <p:spPr>
            <a:xfrm rot="5400000">
              <a:off x="403680" y="-403544"/>
              <a:ext cx="1255892" cy="2063251"/>
            </a:xfrm>
            <a:prstGeom prst="rt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C62C83A4-1B13-BE41-80CD-D4FE57DC8127}"/>
                </a:ext>
              </a:extLst>
            </p:cNvPr>
            <p:cNvSpPr/>
            <p:nvPr/>
          </p:nvSpPr>
          <p:spPr>
            <a:xfrm rot="5400000">
              <a:off x="-239965" y="246082"/>
              <a:ext cx="1166187" cy="686256"/>
            </a:xfrm>
            <a:prstGeom prst="parallelogram">
              <a:avLst>
                <a:gd name="adj" fmla="val 76634"/>
              </a:avLst>
            </a:prstGeom>
            <a:solidFill>
              <a:srgbClr val="9404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4C21519F-5EFD-F44F-80EC-02330520F007}"/>
                </a:ext>
              </a:extLst>
            </p:cNvPr>
            <p:cNvSpPr/>
            <p:nvPr/>
          </p:nvSpPr>
          <p:spPr>
            <a:xfrm rot="16200000" flipH="1">
              <a:off x="1158073" y="-471816"/>
              <a:ext cx="1172303" cy="2115935"/>
            </a:xfrm>
            <a:custGeom>
              <a:avLst/>
              <a:gdLst>
                <a:gd name="connsiteX0" fmla="*/ 0 w 2597731"/>
                <a:gd name="connsiteY0" fmla="*/ 2123106 h 4688744"/>
                <a:gd name="connsiteX1" fmla="*/ 0 w 2597731"/>
                <a:gd name="connsiteY1" fmla="*/ 4688744 h 4688744"/>
                <a:gd name="connsiteX2" fmla="*/ 2597731 w 2597731"/>
                <a:gd name="connsiteY2" fmla="*/ 0 h 4688744"/>
                <a:gd name="connsiteX3" fmla="*/ 1176276 w 2597731"/>
                <a:gd name="connsiteY3" fmla="*/ 0 h 468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731" h="4688744">
                  <a:moveTo>
                    <a:pt x="0" y="2123106"/>
                  </a:moveTo>
                  <a:lnTo>
                    <a:pt x="0" y="4688744"/>
                  </a:lnTo>
                  <a:lnTo>
                    <a:pt x="2597731" y="0"/>
                  </a:lnTo>
                  <a:lnTo>
                    <a:pt x="1176276" y="0"/>
                  </a:lnTo>
                  <a:close/>
                </a:path>
              </a:pathLst>
            </a:custGeom>
            <a:solidFill>
              <a:srgbClr val="DF21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43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4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22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8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8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45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60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>
            <a:extLst>
              <a:ext uri="{FF2B5EF4-FFF2-40B4-BE49-F238E27FC236}">
                <a16:creationId xmlns:a16="http://schemas.microsoft.com/office/drawing/2014/main" id="{D695D63C-C413-974E-9166-B3C22E452591}"/>
              </a:ext>
            </a:extLst>
          </p:cNvPr>
          <p:cNvSpPr/>
          <p:nvPr/>
        </p:nvSpPr>
        <p:spPr>
          <a:xfrm>
            <a:off x="5257799" y="0"/>
            <a:ext cx="6934201" cy="193676"/>
          </a:xfrm>
          <a:prstGeom prst="rect">
            <a:avLst/>
          </a:pr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直角三角形 62">
            <a:extLst>
              <a:ext uri="{FF2B5EF4-FFF2-40B4-BE49-F238E27FC236}">
                <a16:creationId xmlns:a16="http://schemas.microsoft.com/office/drawing/2014/main" id="{214C7767-013B-B646-BEBA-C20688E33ABF}"/>
              </a:ext>
            </a:extLst>
          </p:cNvPr>
          <p:cNvSpPr/>
          <p:nvPr/>
        </p:nvSpPr>
        <p:spPr>
          <a:xfrm rot="5400000">
            <a:off x="894522" y="-897841"/>
            <a:ext cx="2782957" cy="4572000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4" name="平行四边形 1023">
            <a:extLst>
              <a:ext uri="{FF2B5EF4-FFF2-40B4-BE49-F238E27FC236}">
                <a16:creationId xmlns:a16="http://schemas.microsoft.com/office/drawing/2014/main" id="{33FF6783-DD61-2D43-B43D-8218260F3BDA}"/>
              </a:ext>
            </a:extLst>
          </p:cNvPr>
          <p:cNvSpPr/>
          <p:nvPr/>
        </p:nvSpPr>
        <p:spPr>
          <a:xfrm rot="5400000">
            <a:off x="-531744" y="541679"/>
            <a:ext cx="2584177" cy="1520688"/>
          </a:xfrm>
          <a:prstGeom prst="parallelogram">
            <a:avLst>
              <a:gd name="adj" fmla="val 76634"/>
            </a:avLst>
          </a:prstGeom>
          <a:solidFill>
            <a:srgbClr val="940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0221BDD1-73DD-994E-8747-AF79A92A9D46}"/>
              </a:ext>
            </a:extLst>
          </p:cNvPr>
          <p:cNvSpPr/>
          <p:nvPr/>
        </p:nvSpPr>
        <p:spPr>
          <a:xfrm rot="16200000" flipH="1">
            <a:off x="2566196" y="-1049125"/>
            <a:ext cx="2597731" cy="4688744"/>
          </a:xfrm>
          <a:custGeom>
            <a:avLst/>
            <a:gdLst>
              <a:gd name="connsiteX0" fmla="*/ 0 w 2597731"/>
              <a:gd name="connsiteY0" fmla="*/ 2123106 h 4688744"/>
              <a:gd name="connsiteX1" fmla="*/ 0 w 2597731"/>
              <a:gd name="connsiteY1" fmla="*/ 4688744 h 4688744"/>
              <a:gd name="connsiteX2" fmla="*/ 2597731 w 2597731"/>
              <a:gd name="connsiteY2" fmla="*/ 0 h 4688744"/>
              <a:gd name="connsiteX3" fmla="*/ 1176276 w 2597731"/>
              <a:gd name="connsiteY3" fmla="*/ 0 h 468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731" h="4688744">
                <a:moveTo>
                  <a:pt x="0" y="2123106"/>
                </a:moveTo>
                <a:lnTo>
                  <a:pt x="0" y="4688744"/>
                </a:lnTo>
                <a:lnTo>
                  <a:pt x="2597731" y="0"/>
                </a:lnTo>
                <a:lnTo>
                  <a:pt x="1176276" y="0"/>
                </a:lnTo>
                <a:close/>
              </a:path>
            </a:pathLst>
          </a:cu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25" name="矩形 1024">
            <a:extLst>
              <a:ext uri="{FF2B5EF4-FFF2-40B4-BE49-F238E27FC236}">
                <a16:creationId xmlns:a16="http://schemas.microsoft.com/office/drawing/2014/main" id="{9827FAE7-535C-AB46-A0F5-1063558D46FB}"/>
              </a:ext>
            </a:extLst>
          </p:cNvPr>
          <p:cNvSpPr/>
          <p:nvPr/>
        </p:nvSpPr>
        <p:spPr>
          <a:xfrm>
            <a:off x="0" y="2504658"/>
            <a:ext cx="202095" cy="43533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276457B-C07A-0B4B-B1CB-0AD3E29E006F}"/>
              </a:ext>
            </a:extLst>
          </p:cNvPr>
          <p:cNvSpPr/>
          <p:nvPr/>
        </p:nvSpPr>
        <p:spPr>
          <a:xfrm>
            <a:off x="202094" y="6664325"/>
            <a:ext cx="6934201" cy="193676"/>
          </a:xfrm>
          <a:prstGeom prst="rect">
            <a:avLst/>
          </a:pr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直角三角形 68">
            <a:extLst>
              <a:ext uri="{FF2B5EF4-FFF2-40B4-BE49-F238E27FC236}">
                <a16:creationId xmlns:a16="http://schemas.microsoft.com/office/drawing/2014/main" id="{0125B0AE-AFE4-6D48-8636-37359CA28686}"/>
              </a:ext>
            </a:extLst>
          </p:cNvPr>
          <p:cNvSpPr/>
          <p:nvPr/>
        </p:nvSpPr>
        <p:spPr>
          <a:xfrm rot="16200000">
            <a:off x="8514522" y="3180819"/>
            <a:ext cx="2782957" cy="4572000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平行四边形 69">
            <a:extLst>
              <a:ext uri="{FF2B5EF4-FFF2-40B4-BE49-F238E27FC236}">
                <a16:creationId xmlns:a16="http://schemas.microsoft.com/office/drawing/2014/main" id="{C9F2EF2B-2B08-004D-B31C-D2525097343A}"/>
              </a:ext>
            </a:extLst>
          </p:cNvPr>
          <p:cNvSpPr/>
          <p:nvPr/>
        </p:nvSpPr>
        <p:spPr>
          <a:xfrm rot="16200000">
            <a:off x="10139568" y="4805863"/>
            <a:ext cx="2584177" cy="1520688"/>
          </a:xfrm>
          <a:prstGeom prst="parallelogram">
            <a:avLst>
              <a:gd name="adj" fmla="val 76634"/>
            </a:avLst>
          </a:prstGeom>
          <a:solidFill>
            <a:srgbClr val="940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7724DA62-EB9C-1F47-95D1-C9F7AAB32B6E}"/>
              </a:ext>
            </a:extLst>
          </p:cNvPr>
          <p:cNvSpPr/>
          <p:nvPr/>
        </p:nvSpPr>
        <p:spPr>
          <a:xfrm rot="5400000" flipH="1">
            <a:off x="7047497" y="3234185"/>
            <a:ext cx="2583882" cy="4663748"/>
          </a:xfrm>
          <a:custGeom>
            <a:avLst/>
            <a:gdLst>
              <a:gd name="connsiteX0" fmla="*/ 2583882 w 2583882"/>
              <a:gd name="connsiteY0" fmla="*/ 0 h 4663748"/>
              <a:gd name="connsiteX1" fmla="*/ 1162427 w 2583882"/>
              <a:gd name="connsiteY1" fmla="*/ 0 h 4663748"/>
              <a:gd name="connsiteX2" fmla="*/ 0 w 2583882"/>
              <a:gd name="connsiteY2" fmla="*/ 2098111 h 4663748"/>
              <a:gd name="connsiteX3" fmla="*/ 0 w 2583882"/>
              <a:gd name="connsiteY3" fmla="*/ 4663748 h 4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3882" h="4663748">
                <a:moveTo>
                  <a:pt x="2583882" y="0"/>
                </a:moveTo>
                <a:lnTo>
                  <a:pt x="1162427" y="0"/>
                </a:lnTo>
                <a:lnTo>
                  <a:pt x="0" y="2098111"/>
                </a:lnTo>
                <a:lnTo>
                  <a:pt x="0" y="4663748"/>
                </a:lnTo>
                <a:close/>
              </a:path>
            </a:pathLst>
          </a:cu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DB7094A-8E30-2B42-B6EB-3DC561D4D4D6}"/>
              </a:ext>
            </a:extLst>
          </p:cNvPr>
          <p:cNvSpPr/>
          <p:nvPr/>
        </p:nvSpPr>
        <p:spPr>
          <a:xfrm>
            <a:off x="11989906" y="0"/>
            <a:ext cx="202095" cy="43533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E3B7E56C-B19D-8748-A288-4BF644954A11}"/>
              </a:ext>
            </a:extLst>
          </p:cNvPr>
          <p:cNvSpPr txBox="1"/>
          <p:nvPr/>
        </p:nvSpPr>
        <p:spPr>
          <a:xfrm>
            <a:off x="2426847" y="2688445"/>
            <a:ext cx="7843587" cy="9448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kumimoji="1" lang="pt-PT" altLang="pt-PT" sz="5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Montserrat"/>
              </a:rPr>
              <a:t>Projeto Integrador</a:t>
            </a:r>
          </a:p>
        </p:txBody>
      </p:sp>
      <p:sp>
        <p:nvSpPr>
          <p:cNvPr id="1031" name="文本框 1030">
            <a:extLst>
              <a:ext uri="{FF2B5EF4-FFF2-40B4-BE49-F238E27FC236}">
                <a16:creationId xmlns:a16="http://schemas.microsoft.com/office/drawing/2014/main" id="{BDBDFAE3-16DA-914E-BCD9-A536ED13124C}"/>
              </a:ext>
            </a:extLst>
          </p:cNvPr>
          <p:cNvSpPr txBox="1"/>
          <p:nvPr/>
        </p:nvSpPr>
        <p:spPr>
          <a:xfrm>
            <a:off x="3511965" y="2134702"/>
            <a:ext cx="5373231" cy="52334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kumimoji="1" lang="pt-PT" altLang="pt-PT" sz="2800" dirty="0">
                <a:solidFill>
                  <a:srgbClr val="C01D1C"/>
                </a:solidFill>
                <a:latin typeface="Montserrat"/>
                <a:ea typeface="Montserrat"/>
              </a:rPr>
              <a:t>UCE</a:t>
            </a:r>
            <a:endParaRPr kumimoji="1" lang="zh-CN" altLang="en-US" sz="2800" dirty="0">
              <a:solidFill>
                <a:srgbClr val="C01D1C"/>
              </a:solidFill>
              <a:latin typeface="+mj-ea"/>
              <a:ea typeface="+mj-ea"/>
            </a:endParaRPr>
          </a:p>
        </p:txBody>
      </p:sp>
      <p:sp>
        <p:nvSpPr>
          <p:cNvPr id="1034" name="文本框 1033">
            <a:extLst>
              <a:ext uri="{FF2B5EF4-FFF2-40B4-BE49-F238E27FC236}">
                <a16:creationId xmlns:a16="http://schemas.microsoft.com/office/drawing/2014/main" id="{BDD07BE2-E23D-2C43-B3FA-790F577C817E}"/>
              </a:ext>
            </a:extLst>
          </p:cNvPr>
          <p:cNvSpPr txBox="1"/>
          <p:nvPr/>
        </p:nvSpPr>
        <p:spPr>
          <a:xfrm>
            <a:off x="2244363" y="3913306"/>
            <a:ext cx="7930142" cy="57645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04000"/>
              </a:lnSpc>
            </a:pPr>
            <a:r>
              <a:rPr kumimoji="1" lang="pt-PT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Landing Page</a:t>
            </a:r>
          </a:p>
        </p:txBody>
      </p: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2B1816D5-D59E-0D43-97D3-CCFD767F7456}"/>
              </a:ext>
            </a:extLst>
          </p:cNvPr>
          <p:cNvSpPr txBox="1"/>
          <p:nvPr/>
        </p:nvSpPr>
        <p:spPr>
          <a:xfrm>
            <a:off x="702139" y="5056905"/>
            <a:ext cx="4207123" cy="171353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AGATHA LAVIGNE ALVES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ANNA CLARA PEREIRA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CAROLINE DE MORAIS FERRACIOLI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LARISSA OLIVEIRA DOS SANTOS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MARIA EDUARDO PARO DA SILVA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m 2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6BBC998-0F9A-83C1-D2E4-9FD7EE12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37" y="1295247"/>
            <a:ext cx="1413010" cy="817641"/>
          </a:xfrm>
          <a:prstGeom prst="rect">
            <a:avLst/>
          </a:prstGeom>
        </p:spPr>
      </p:pic>
      <p:pic>
        <p:nvPicPr>
          <p:cNvPr id="5" name="Imagem 4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4D2D66F-7668-7D8E-0DCB-161137BCD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106" y="220623"/>
            <a:ext cx="1182800" cy="84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0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9FE658D6-0C0C-7E4A-8F76-12AFC4254E25}"/>
              </a:ext>
            </a:extLst>
          </p:cNvPr>
          <p:cNvGrpSpPr/>
          <p:nvPr/>
        </p:nvGrpSpPr>
        <p:grpSpPr>
          <a:xfrm flipH="1">
            <a:off x="0" y="0"/>
            <a:ext cx="12192001" cy="6871252"/>
            <a:chOff x="0" y="0"/>
            <a:chExt cx="12192001" cy="687125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ED52964-57BB-D246-AE60-F9045847D7FE}"/>
                </a:ext>
              </a:extLst>
            </p:cNvPr>
            <p:cNvSpPr/>
            <p:nvPr/>
          </p:nvSpPr>
          <p:spPr>
            <a:xfrm>
              <a:off x="0" y="0"/>
              <a:ext cx="221170" cy="685799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3C3D649-6DCE-D143-9A99-779269A8C02C}"/>
                </a:ext>
              </a:extLst>
            </p:cNvPr>
            <p:cNvSpPr/>
            <p:nvPr/>
          </p:nvSpPr>
          <p:spPr>
            <a:xfrm>
              <a:off x="0" y="0"/>
              <a:ext cx="12192001" cy="193676"/>
            </a:xfrm>
            <a:prstGeom prst="rect">
              <a:avLst/>
            </a:prstGeom>
            <a:solidFill>
              <a:srgbClr val="DF21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AB1474C-89BA-C949-A645-794259C4D3CD}"/>
                </a:ext>
              </a:extLst>
            </p:cNvPr>
            <p:cNvGrpSpPr/>
            <p:nvPr/>
          </p:nvGrpSpPr>
          <p:grpSpPr>
            <a:xfrm flipH="1">
              <a:off x="0" y="4088295"/>
              <a:ext cx="11989907" cy="2782957"/>
              <a:chOff x="202094" y="4075340"/>
              <a:chExt cx="11989907" cy="2782957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EFF318-3E63-6D4B-A2D0-2EACED724051}"/>
                  </a:ext>
                </a:extLst>
              </p:cNvPr>
              <p:cNvSpPr/>
              <p:nvPr/>
            </p:nvSpPr>
            <p:spPr>
              <a:xfrm>
                <a:off x="202094" y="6664325"/>
                <a:ext cx="6934201" cy="193676"/>
              </a:xfrm>
              <a:prstGeom prst="rect">
                <a:avLst/>
              </a:prstGeom>
              <a:solidFill>
                <a:srgbClr val="DF21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" name="直角三角形 8">
                <a:extLst>
                  <a:ext uri="{FF2B5EF4-FFF2-40B4-BE49-F238E27FC236}">
                    <a16:creationId xmlns:a16="http://schemas.microsoft.com/office/drawing/2014/main" id="{57BEA999-275A-1C4F-AA7D-9304445EE5A8}"/>
                  </a:ext>
                </a:extLst>
              </p:cNvPr>
              <p:cNvSpPr/>
              <p:nvPr/>
            </p:nvSpPr>
            <p:spPr>
              <a:xfrm rot="16200000">
                <a:off x="8514522" y="3180819"/>
                <a:ext cx="2782957" cy="4572000"/>
              </a:xfrm>
              <a:prstGeom prst="rt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952BAA40-4710-7240-AB92-23B67DFA6A1B}"/>
                  </a:ext>
                </a:extLst>
              </p:cNvPr>
              <p:cNvSpPr/>
              <p:nvPr/>
            </p:nvSpPr>
            <p:spPr>
              <a:xfrm rot="16200000">
                <a:off x="10139568" y="4805863"/>
                <a:ext cx="2584177" cy="1520688"/>
              </a:xfrm>
              <a:prstGeom prst="parallelogram">
                <a:avLst>
                  <a:gd name="adj" fmla="val 76634"/>
                </a:avLst>
              </a:prstGeom>
              <a:solidFill>
                <a:srgbClr val="9404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任意形状 10">
                <a:extLst>
                  <a:ext uri="{FF2B5EF4-FFF2-40B4-BE49-F238E27FC236}">
                    <a16:creationId xmlns:a16="http://schemas.microsoft.com/office/drawing/2014/main" id="{791F04B2-B2F1-D34D-B68F-DB028857912E}"/>
                  </a:ext>
                </a:extLst>
              </p:cNvPr>
              <p:cNvSpPr/>
              <p:nvPr/>
            </p:nvSpPr>
            <p:spPr>
              <a:xfrm rot="5400000" flipH="1">
                <a:off x="7047497" y="3234185"/>
                <a:ext cx="2583882" cy="4663748"/>
              </a:xfrm>
              <a:custGeom>
                <a:avLst/>
                <a:gdLst>
                  <a:gd name="connsiteX0" fmla="*/ 2583882 w 2583882"/>
                  <a:gd name="connsiteY0" fmla="*/ 0 h 4663748"/>
                  <a:gd name="connsiteX1" fmla="*/ 1162427 w 2583882"/>
                  <a:gd name="connsiteY1" fmla="*/ 0 h 4663748"/>
                  <a:gd name="connsiteX2" fmla="*/ 0 w 2583882"/>
                  <a:gd name="connsiteY2" fmla="*/ 2098111 h 4663748"/>
                  <a:gd name="connsiteX3" fmla="*/ 0 w 2583882"/>
                  <a:gd name="connsiteY3" fmla="*/ 4663748 h 466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3882" h="4663748">
                    <a:moveTo>
                      <a:pt x="2583882" y="0"/>
                    </a:moveTo>
                    <a:lnTo>
                      <a:pt x="1162427" y="0"/>
                    </a:lnTo>
                    <a:lnTo>
                      <a:pt x="0" y="2098111"/>
                    </a:lnTo>
                    <a:lnTo>
                      <a:pt x="0" y="4663748"/>
                    </a:lnTo>
                    <a:close/>
                  </a:path>
                </a:pathLst>
              </a:custGeom>
              <a:solidFill>
                <a:srgbClr val="DF21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70A430-8A2C-0644-812C-643C2EA8DDBB}"/>
                </a:ext>
              </a:extLst>
            </p:cNvPr>
            <p:cNvSpPr/>
            <p:nvPr/>
          </p:nvSpPr>
          <p:spPr>
            <a:xfrm>
              <a:off x="11989907" y="0"/>
              <a:ext cx="202094" cy="685799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8EE4BE3-961E-5646-B3E8-8DB11BFAD1F7}"/>
                </a:ext>
              </a:extLst>
            </p:cNvPr>
            <p:cNvGrpSpPr/>
            <p:nvPr/>
          </p:nvGrpSpPr>
          <p:grpSpPr>
            <a:xfrm flipH="1">
              <a:off x="9389809" y="0"/>
              <a:ext cx="2802191" cy="1256027"/>
              <a:chOff x="5406812" y="397097"/>
              <a:chExt cx="6209433" cy="2783256"/>
            </a:xfrm>
          </p:grpSpPr>
          <p:sp>
            <p:nvSpPr>
              <p:cNvPr id="14" name="直角三角形 13">
                <a:extLst>
                  <a:ext uri="{FF2B5EF4-FFF2-40B4-BE49-F238E27FC236}">
                    <a16:creationId xmlns:a16="http://schemas.microsoft.com/office/drawing/2014/main" id="{81995107-D2CD-7D45-8A90-A15CD83BC0A8}"/>
                  </a:ext>
                </a:extLst>
              </p:cNvPr>
              <p:cNvSpPr/>
              <p:nvPr/>
            </p:nvSpPr>
            <p:spPr>
              <a:xfrm rot="5400000">
                <a:off x="6301333" y="-497125"/>
                <a:ext cx="2782957" cy="4572000"/>
              </a:xfrm>
              <a:prstGeom prst="rt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C3B637BC-7A5C-5C4A-9040-56A2D95AC6B0}"/>
                  </a:ext>
                </a:extLst>
              </p:cNvPr>
              <p:cNvSpPr/>
              <p:nvPr/>
            </p:nvSpPr>
            <p:spPr>
              <a:xfrm rot="5400000">
                <a:off x="4875067" y="942395"/>
                <a:ext cx="2584177" cy="1520688"/>
              </a:xfrm>
              <a:prstGeom prst="parallelogram">
                <a:avLst>
                  <a:gd name="adj" fmla="val 76634"/>
                </a:avLst>
              </a:prstGeom>
              <a:solidFill>
                <a:srgbClr val="9404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任意形状 15">
                <a:extLst>
                  <a:ext uri="{FF2B5EF4-FFF2-40B4-BE49-F238E27FC236}">
                    <a16:creationId xmlns:a16="http://schemas.microsoft.com/office/drawing/2014/main" id="{9D9943D6-7DFB-4E49-9ECC-566E93627BAD}"/>
                  </a:ext>
                </a:extLst>
              </p:cNvPr>
              <p:cNvSpPr/>
              <p:nvPr/>
            </p:nvSpPr>
            <p:spPr>
              <a:xfrm rot="16200000" flipH="1">
                <a:off x="7973007" y="-648409"/>
                <a:ext cx="2597731" cy="4688744"/>
              </a:xfrm>
              <a:custGeom>
                <a:avLst/>
                <a:gdLst>
                  <a:gd name="connsiteX0" fmla="*/ 0 w 2597731"/>
                  <a:gd name="connsiteY0" fmla="*/ 2123106 h 4688744"/>
                  <a:gd name="connsiteX1" fmla="*/ 0 w 2597731"/>
                  <a:gd name="connsiteY1" fmla="*/ 4688744 h 4688744"/>
                  <a:gd name="connsiteX2" fmla="*/ 2597731 w 2597731"/>
                  <a:gd name="connsiteY2" fmla="*/ 0 h 4688744"/>
                  <a:gd name="connsiteX3" fmla="*/ 1176276 w 2597731"/>
                  <a:gd name="connsiteY3" fmla="*/ 0 h 468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731" h="4688744">
                    <a:moveTo>
                      <a:pt x="0" y="2123106"/>
                    </a:moveTo>
                    <a:lnTo>
                      <a:pt x="0" y="4688744"/>
                    </a:lnTo>
                    <a:lnTo>
                      <a:pt x="2597731" y="0"/>
                    </a:lnTo>
                    <a:lnTo>
                      <a:pt x="1176276" y="0"/>
                    </a:lnTo>
                    <a:close/>
                  </a:path>
                </a:pathLst>
              </a:custGeom>
              <a:solidFill>
                <a:srgbClr val="DF21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0530273-A753-1B47-AF11-E509F0EDA5B7}"/>
              </a:ext>
            </a:extLst>
          </p:cNvPr>
          <p:cNvSpPr txBox="1"/>
          <p:nvPr/>
        </p:nvSpPr>
        <p:spPr>
          <a:xfrm>
            <a:off x="1638300" y="724860"/>
            <a:ext cx="5591175" cy="89402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kumimoji="1" lang="pt-PT" altLang="pt-PT" sz="2600" dirty="0">
                <a:solidFill>
                  <a:srgbClr val="C01D1C"/>
                </a:solidFill>
                <a:latin typeface="Montserrat"/>
                <a:ea typeface="Montserrat"/>
              </a:rPr>
              <a:t>Casa da Sopa de Restinga</a:t>
            </a:r>
            <a:endParaRPr kumimoji="1" lang="zh-CN" altLang="en-US" sz="3200" dirty="0">
              <a:solidFill>
                <a:srgbClr val="C01D1C"/>
              </a:solidFill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B3D8E8-A62A-FF47-B9E9-1635B8401AB2}"/>
              </a:ext>
            </a:extLst>
          </p:cNvPr>
          <p:cNvSpPr txBox="1"/>
          <p:nvPr/>
        </p:nvSpPr>
        <p:spPr>
          <a:xfrm>
            <a:off x="2834758" y="1466851"/>
            <a:ext cx="6007153" cy="50196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Desde 1949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Oferece café da manhã e lanches para crianças atendidas durante o dia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Ao finais de semana, distribuem almoço para a população 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Atendimento dentário para crianças de 5 a 12 anos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Biblioteca publica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PT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Diversos cursos, oficinas e atividades</a:t>
            </a:r>
          </a:p>
          <a:p>
            <a:pPr algn="ctr">
              <a:lnSpc>
                <a:spcPct val="120000"/>
              </a:lnSpc>
            </a:pPr>
            <a:endParaRPr lang="pt-BR" altLang="pt-PT" sz="105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  <a:p>
            <a:pPr algn="ctr">
              <a:lnSpc>
                <a:spcPct val="120000"/>
              </a:lnSpc>
            </a:pPr>
            <a:endParaRPr lang="pt-PT" altLang="pt-PT" sz="105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</p:txBody>
      </p:sp>
      <p:pic>
        <p:nvPicPr>
          <p:cNvPr id="19" name="Imagem 18" descr="Uma imagem contendo placar, estacionado&#10;&#10;O conteúdo gerado por IA pode estar incorreto.">
            <a:extLst>
              <a:ext uri="{FF2B5EF4-FFF2-40B4-BE49-F238E27FC236}">
                <a16:creationId xmlns:a16="http://schemas.microsoft.com/office/drawing/2014/main" id="{1A35C583-ACAC-D7C7-A76A-3067165D7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17" y="1256028"/>
            <a:ext cx="2432656" cy="5405902"/>
          </a:xfrm>
          <a:prstGeom prst="rect">
            <a:avLst/>
          </a:prstGeom>
        </p:spPr>
      </p:pic>
      <p:pic>
        <p:nvPicPr>
          <p:cNvPr id="23" name="Imagem 22" descr="Uma imagem contendo mesa, quarto&#10;&#10;O conteúdo gerado por IA pode estar incorreto.">
            <a:extLst>
              <a:ext uri="{FF2B5EF4-FFF2-40B4-BE49-F238E27FC236}">
                <a16:creationId xmlns:a16="http://schemas.microsoft.com/office/drawing/2014/main" id="{146F718E-C24C-EAEE-E441-11CAE8237C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119" b="42484"/>
          <a:stretch>
            <a:fillRect/>
          </a:stretch>
        </p:blipFill>
        <p:spPr>
          <a:xfrm>
            <a:off x="8884731" y="198156"/>
            <a:ext cx="3086100" cy="1947436"/>
          </a:xfrm>
          <a:prstGeom prst="rect">
            <a:avLst/>
          </a:prstGeom>
        </p:spPr>
      </p:pic>
      <p:pic>
        <p:nvPicPr>
          <p:cNvPr id="25" name="Imagem 24" descr="Uma imagem contendo edifício, vivendo, andando, rua&#10;&#10;O conteúdo gerado por IA pode estar incorreto.">
            <a:extLst>
              <a:ext uri="{FF2B5EF4-FFF2-40B4-BE49-F238E27FC236}">
                <a16:creationId xmlns:a16="http://schemas.microsoft.com/office/drawing/2014/main" id="{F965083F-E64D-DD76-E7C0-44648D1BBA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05" b="31389"/>
          <a:stretch>
            <a:fillRect/>
          </a:stretch>
        </p:blipFill>
        <p:spPr>
          <a:xfrm>
            <a:off x="9105900" y="2537081"/>
            <a:ext cx="3086100" cy="43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9FE658D6-0C0C-7E4A-8F76-12AFC4254E25}"/>
              </a:ext>
            </a:extLst>
          </p:cNvPr>
          <p:cNvGrpSpPr/>
          <p:nvPr/>
        </p:nvGrpSpPr>
        <p:grpSpPr>
          <a:xfrm flipH="1">
            <a:off x="0" y="0"/>
            <a:ext cx="12192001" cy="6871252"/>
            <a:chOff x="0" y="0"/>
            <a:chExt cx="12192001" cy="687125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ED52964-57BB-D246-AE60-F9045847D7FE}"/>
                </a:ext>
              </a:extLst>
            </p:cNvPr>
            <p:cNvSpPr/>
            <p:nvPr/>
          </p:nvSpPr>
          <p:spPr>
            <a:xfrm>
              <a:off x="0" y="0"/>
              <a:ext cx="221170" cy="685799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3C3D649-6DCE-D143-9A99-779269A8C02C}"/>
                </a:ext>
              </a:extLst>
            </p:cNvPr>
            <p:cNvSpPr/>
            <p:nvPr/>
          </p:nvSpPr>
          <p:spPr>
            <a:xfrm>
              <a:off x="0" y="0"/>
              <a:ext cx="12192001" cy="193676"/>
            </a:xfrm>
            <a:prstGeom prst="rect">
              <a:avLst/>
            </a:prstGeom>
            <a:solidFill>
              <a:srgbClr val="DF21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AB1474C-89BA-C949-A645-794259C4D3CD}"/>
                </a:ext>
              </a:extLst>
            </p:cNvPr>
            <p:cNvGrpSpPr/>
            <p:nvPr/>
          </p:nvGrpSpPr>
          <p:grpSpPr>
            <a:xfrm flipH="1">
              <a:off x="0" y="4088295"/>
              <a:ext cx="11989907" cy="2782957"/>
              <a:chOff x="202094" y="4075340"/>
              <a:chExt cx="11989907" cy="2782957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EFF318-3E63-6D4B-A2D0-2EACED724051}"/>
                  </a:ext>
                </a:extLst>
              </p:cNvPr>
              <p:cNvSpPr/>
              <p:nvPr/>
            </p:nvSpPr>
            <p:spPr>
              <a:xfrm>
                <a:off x="202094" y="6664325"/>
                <a:ext cx="6934201" cy="193676"/>
              </a:xfrm>
              <a:prstGeom prst="rect">
                <a:avLst/>
              </a:prstGeom>
              <a:solidFill>
                <a:srgbClr val="DF21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" name="直角三角形 8">
                <a:extLst>
                  <a:ext uri="{FF2B5EF4-FFF2-40B4-BE49-F238E27FC236}">
                    <a16:creationId xmlns:a16="http://schemas.microsoft.com/office/drawing/2014/main" id="{57BEA999-275A-1C4F-AA7D-9304445EE5A8}"/>
                  </a:ext>
                </a:extLst>
              </p:cNvPr>
              <p:cNvSpPr/>
              <p:nvPr/>
            </p:nvSpPr>
            <p:spPr>
              <a:xfrm rot="16200000">
                <a:off x="8514522" y="3180819"/>
                <a:ext cx="2782957" cy="4572000"/>
              </a:xfrm>
              <a:prstGeom prst="rt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952BAA40-4710-7240-AB92-23B67DFA6A1B}"/>
                  </a:ext>
                </a:extLst>
              </p:cNvPr>
              <p:cNvSpPr/>
              <p:nvPr/>
            </p:nvSpPr>
            <p:spPr>
              <a:xfrm rot="16200000">
                <a:off x="10139568" y="4805863"/>
                <a:ext cx="2584177" cy="1520688"/>
              </a:xfrm>
              <a:prstGeom prst="parallelogram">
                <a:avLst>
                  <a:gd name="adj" fmla="val 76634"/>
                </a:avLst>
              </a:prstGeom>
              <a:solidFill>
                <a:srgbClr val="9404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任意形状 10">
                <a:extLst>
                  <a:ext uri="{FF2B5EF4-FFF2-40B4-BE49-F238E27FC236}">
                    <a16:creationId xmlns:a16="http://schemas.microsoft.com/office/drawing/2014/main" id="{791F04B2-B2F1-D34D-B68F-DB028857912E}"/>
                  </a:ext>
                </a:extLst>
              </p:cNvPr>
              <p:cNvSpPr/>
              <p:nvPr/>
            </p:nvSpPr>
            <p:spPr>
              <a:xfrm rot="5400000" flipH="1">
                <a:off x="7047497" y="3234185"/>
                <a:ext cx="2583882" cy="4663748"/>
              </a:xfrm>
              <a:custGeom>
                <a:avLst/>
                <a:gdLst>
                  <a:gd name="connsiteX0" fmla="*/ 2583882 w 2583882"/>
                  <a:gd name="connsiteY0" fmla="*/ 0 h 4663748"/>
                  <a:gd name="connsiteX1" fmla="*/ 1162427 w 2583882"/>
                  <a:gd name="connsiteY1" fmla="*/ 0 h 4663748"/>
                  <a:gd name="connsiteX2" fmla="*/ 0 w 2583882"/>
                  <a:gd name="connsiteY2" fmla="*/ 2098111 h 4663748"/>
                  <a:gd name="connsiteX3" fmla="*/ 0 w 2583882"/>
                  <a:gd name="connsiteY3" fmla="*/ 4663748 h 466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3882" h="4663748">
                    <a:moveTo>
                      <a:pt x="2583882" y="0"/>
                    </a:moveTo>
                    <a:lnTo>
                      <a:pt x="1162427" y="0"/>
                    </a:lnTo>
                    <a:lnTo>
                      <a:pt x="0" y="2098111"/>
                    </a:lnTo>
                    <a:lnTo>
                      <a:pt x="0" y="4663748"/>
                    </a:lnTo>
                    <a:close/>
                  </a:path>
                </a:pathLst>
              </a:custGeom>
              <a:solidFill>
                <a:srgbClr val="DF21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70A430-8A2C-0644-812C-643C2EA8DDBB}"/>
                </a:ext>
              </a:extLst>
            </p:cNvPr>
            <p:cNvSpPr/>
            <p:nvPr/>
          </p:nvSpPr>
          <p:spPr>
            <a:xfrm>
              <a:off x="11989907" y="0"/>
              <a:ext cx="202094" cy="685799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8EE4BE3-961E-5646-B3E8-8DB11BFAD1F7}"/>
                </a:ext>
              </a:extLst>
            </p:cNvPr>
            <p:cNvGrpSpPr/>
            <p:nvPr/>
          </p:nvGrpSpPr>
          <p:grpSpPr>
            <a:xfrm flipH="1">
              <a:off x="9389809" y="0"/>
              <a:ext cx="2802191" cy="1256027"/>
              <a:chOff x="5406812" y="397097"/>
              <a:chExt cx="6209433" cy="2783256"/>
            </a:xfrm>
          </p:grpSpPr>
          <p:sp>
            <p:nvSpPr>
              <p:cNvPr id="14" name="直角三角形 13">
                <a:extLst>
                  <a:ext uri="{FF2B5EF4-FFF2-40B4-BE49-F238E27FC236}">
                    <a16:creationId xmlns:a16="http://schemas.microsoft.com/office/drawing/2014/main" id="{81995107-D2CD-7D45-8A90-A15CD83BC0A8}"/>
                  </a:ext>
                </a:extLst>
              </p:cNvPr>
              <p:cNvSpPr/>
              <p:nvPr/>
            </p:nvSpPr>
            <p:spPr>
              <a:xfrm rot="5400000">
                <a:off x="6301333" y="-497125"/>
                <a:ext cx="2782957" cy="4572000"/>
              </a:xfrm>
              <a:prstGeom prst="rt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C3B637BC-7A5C-5C4A-9040-56A2D95AC6B0}"/>
                  </a:ext>
                </a:extLst>
              </p:cNvPr>
              <p:cNvSpPr/>
              <p:nvPr/>
            </p:nvSpPr>
            <p:spPr>
              <a:xfrm rot="5400000">
                <a:off x="4875067" y="942395"/>
                <a:ext cx="2584177" cy="1520688"/>
              </a:xfrm>
              <a:prstGeom prst="parallelogram">
                <a:avLst>
                  <a:gd name="adj" fmla="val 76634"/>
                </a:avLst>
              </a:prstGeom>
              <a:solidFill>
                <a:srgbClr val="9404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任意形状 15">
                <a:extLst>
                  <a:ext uri="{FF2B5EF4-FFF2-40B4-BE49-F238E27FC236}">
                    <a16:creationId xmlns:a16="http://schemas.microsoft.com/office/drawing/2014/main" id="{9D9943D6-7DFB-4E49-9ECC-566E93627BAD}"/>
                  </a:ext>
                </a:extLst>
              </p:cNvPr>
              <p:cNvSpPr/>
              <p:nvPr/>
            </p:nvSpPr>
            <p:spPr>
              <a:xfrm rot="16200000" flipH="1">
                <a:off x="7973007" y="-648409"/>
                <a:ext cx="2597731" cy="4688744"/>
              </a:xfrm>
              <a:custGeom>
                <a:avLst/>
                <a:gdLst>
                  <a:gd name="connsiteX0" fmla="*/ 0 w 2597731"/>
                  <a:gd name="connsiteY0" fmla="*/ 2123106 h 4688744"/>
                  <a:gd name="connsiteX1" fmla="*/ 0 w 2597731"/>
                  <a:gd name="connsiteY1" fmla="*/ 4688744 h 4688744"/>
                  <a:gd name="connsiteX2" fmla="*/ 2597731 w 2597731"/>
                  <a:gd name="connsiteY2" fmla="*/ 0 h 4688744"/>
                  <a:gd name="connsiteX3" fmla="*/ 1176276 w 2597731"/>
                  <a:gd name="connsiteY3" fmla="*/ 0 h 468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7731" h="4688744">
                    <a:moveTo>
                      <a:pt x="0" y="2123106"/>
                    </a:moveTo>
                    <a:lnTo>
                      <a:pt x="0" y="4688744"/>
                    </a:lnTo>
                    <a:lnTo>
                      <a:pt x="2597731" y="0"/>
                    </a:lnTo>
                    <a:lnTo>
                      <a:pt x="1176276" y="0"/>
                    </a:lnTo>
                    <a:close/>
                  </a:path>
                </a:pathLst>
              </a:custGeom>
              <a:solidFill>
                <a:srgbClr val="DF21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EBE0331-A95A-1B47-9146-69401457EC6F}"/>
              </a:ext>
            </a:extLst>
          </p:cNvPr>
          <p:cNvSpPr txBox="1"/>
          <p:nvPr/>
        </p:nvSpPr>
        <p:spPr>
          <a:xfrm>
            <a:off x="1959439" y="579000"/>
            <a:ext cx="8096250" cy="657779"/>
          </a:xfrm>
          <a:prstGeom prst="rect">
            <a:avLst/>
          </a:prstGeom>
          <a:noFill/>
        </p:spPr>
        <p:txBody>
          <a:bodyPr wrap="square" rtlCol="0">
            <a:normAutofit fontScale="55000" lnSpcReduction="20000"/>
          </a:bodyPr>
          <a:lstStyle/>
          <a:p>
            <a:pPr algn="ctr"/>
            <a:r>
              <a:rPr kumimoji="1" lang="pt-PT" altLang="pt-PT" sz="7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Montserrat"/>
              </a:rPr>
              <a:t>Visibilidade e Estoque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530273-A753-1B47-AF11-E509F0EDA5B7}"/>
              </a:ext>
            </a:extLst>
          </p:cNvPr>
          <p:cNvSpPr txBox="1"/>
          <p:nvPr/>
        </p:nvSpPr>
        <p:spPr>
          <a:xfrm>
            <a:off x="5112335" y="1868626"/>
            <a:ext cx="1790457" cy="492557"/>
          </a:xfrm>
          <a:prstGeom prst="rect">
            <a:avLst/>
          </a:prstGeom>
          <a:noFill/>
        </p:spPr>
        <p:txBody>
          <a:bodyPr wrap="none" rtlCol="0">
            <a:normAutofit fontScale="92500" lnSpcReduction="20000"/>
          </a:bodyPr>
          <a:lstStyle/>
          <a:p>
            <a:r>
              <a:rPr kumimoji="1" lang="pt-BR" altLang="zh-CN" sz="3200" dirty="0">
                <a:solidFill>
                  <a:srgbClr val="C01D1C"/>
                </a:solidFill>
                <a:latin typeface="+mj-ea"/>
                <a:ea typeface="+mj-ea"/>
              </a:rPr>
              <a:t>Problema:</a:t>
            </a:r>
            <a:endParaRPr kumimoji="1" lang="zh-CN" altLang="en-US" sz="3200" dirty="0">
              <a:solidFill>
                <a:srgbClr val="C01D1C"/>
              </a:solidFill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B3D8E8-A62A-FF47-B9E9-1635B8401AB2}"/>
              </a:ext>
            </a:extLst>
          </p:cNvPr>
          <p:cNvSpPr txBox="1"/>
          <p:nvPr/>
        </p:nvSpPr>
        <p:spPr>
          <a:xfrm>
            <a:off x="2709758" y="2304101"/>
            <a:ext cx="7220931" cy="6577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Baixa vibilidade: poucos voluntarios e doações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pt-PT" altLang="pt-PT" sz="110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Além de falta de controle de estoque para a produção das marmitas/lanches/sopa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pt-PT" altLang="pt-PT" sz="105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</p:txBody>
      </p:sp>
      <p:pic>
        <p:nvPicPr>
          <p:cNvPr id="21" name="Imagem 20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FAB03E96-8DCE-2C86-3A0F-0E217AD33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47" y="1080381"/>
            <a:ext cx="1757345" cy="1924182"/>
          </a:xfrm>
          <a:prstGeom prst="rect">
            <a:avLst/>
          </a:prstGeom>
        </p:spPr>
      </p:pic>
      <p:sp>
        <p:nvSpPr>
          <p:cNvPr id="22" name="文本框 2">
            <a:extLst>
              <a:ext uri="{FF2B5EF4-FFF2-40B4-BE49-F238E27FC236}">
                <a16:creationId xmlns:a16="http://schemas.microsoft.com/office/drawing/2014/main" id="{9C3813FD-0B9D-993B-380A-820532BAB6D4}"/>
              </a:ext>
            </a:extLst>
          </p:cNvPr>
          <p:cNvSpPr txBox="1"/>
          <p:nvPr/>
        </p:nvSpPr>
        <p:spPr>
          <a:xfrm>
            <a:off x="919301" y="3810735"/>
            <a:ext cx="1790457" cy="492557"/>
          </a:xfrm>
          <a:prstGeom prst="rect">
            <a:avLst/>
          </a:prstGeom>
          <a:noFill/>
        </p:spPr>
        <p:txBody>
          <a:bodyPr wrap="none" rtlCol="0">
            <a:normAutofit fontScale="92500" lnSpcReduction="20000"/>
          </a:bodyPr>
          <a:lstStyle/>
          <a:p>
            <a:r>
              <a:rPr kumimoji="1" lang="pt-BR" altLang="zh-CN" sz="3200" dirty="0">
                <a:solidFill>
                  <a:srgbClr val="C01D1C"/>
                </a:solidFill>
                <a:latin typeface="+mj-ea"/>
                <a:ea typeface="+mj-ea"/>
              </a:rPr>
              <a:t>Solução:</a:t>
            </a:r>
            <a:endParaRPr kumimoji="1" lang="zh-CN" altLang="en-US" sz="3200" dirty="0">
              <a:solidFill>
                <a:srgbClr val="C01D1C"/>
              </a:solidFill>
              <a:latin typeface="+mj-ea"/>
              <a:ea typeface="+mj-ea"/>
            </a:endParaRPr>
          </a:p>
        </p:txBody>
      </p:sp>
      <p:sp>
        <p:nvSpPr>
          <p:cNvPr id="23" name="文本框 3">
            <a:extLst>
              <a:ext uri="{FF2B5EF4-FFF2-40B4-BE49-F238E27FC236}">
                <a16:creationId xmlns:a16="http://schemas.microsoft.com/office/drawing/2014/main" id="{68DF028C-0B16-4B83-898C-DF7CD4DA6FBF}"/>
              </a:ext>
            </a:extLst>
          </p:cNvPr>
          <p:cNvSpPr txBox="1"/>
          <p:nvPr/>
        </p:nvSpPr>
        <p:spPr>
          <a:xfrm>
            <a:off x="547646" y="4286774"/>
            <a:ext cx="7220931" cy="19241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PT" altLang="pt-PT" sz="11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Landing Page: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Página personalizada;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Navegação intuitiva;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Visibilidade para doação e voluntários.</a:t>
            </a: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pt-PT" altLang="pt-PT" sz="110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PT" altLang="pt-PT" sz="11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Sistema de Estoque – Stoq: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Entrada, saída e controle de alimentos; 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Histórico;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r>
              <a:rPr lang="pt-PT" alt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Cadastramentos dos produtos simples mas eficaz.</a:t>
            </a:r>
          </a:p>
          <a:p>
            <a:pPr marL="285750" indent="-285750">
              <a:lnSpc>
                <a:spcPct val="120000"/>
              </a:lnSpc>
              <a:buFont typeface="+mj-lt"/>
              <a:buAutoNum type="romanUcPeriod"/>
            </a:pPr>
            <a:endParaRPr lang="pt-PT" altLang="pt-PT" sz="110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  <a:p>
            <a:pPr marL="171450" indent="-171450" algn="ctr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pt-PT" altLang="pt-PT" sz="105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Montserrat"/>
            </a:endParaRPr>
          </a:p>
        </p:txBody>
      </p:sp>
      <p:pic>
        <p:nvPicPr>
          <p:cNvPr id="25" name="Imagem 24" descr="Imagem digital fictícia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6EB822CC-4E40-AF3A-14F0-DD52EB0899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77" t="15754" r="24825" b="10834"/>
          <a:stretch>
            <a:fillRect/>
          </a:stretch>
        </p:blipFill>
        <p:spPr>
          <a:xfrm>
            <a:off x="5330475" y="3980561"/>
            <a:ext cx="1676316" cy="21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5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107EAE-FF49-4D41-B6EA-34AF967ECBE5}"/>
              </a:ext>
            </a:extLst>
          </p:cNvPr>
          <p:cNvSpPr/>
          <p:nvPr/>
        </p:nvSpPr>
        <p:spPr>
          <a:xfrm>
            <a:off x="5257799" y="0"/>
            <a:ext cx="6934201" cy="193676"/>
          </a:xfrm>
          <a:prstGeom prst="rect">
            <a:avLst/>
          </a:pr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E4C11F15-19D9-A642-ADA0-9777B5D2BAA3}"/>
              </a:ext>
            </a:extLst>
          </p:cNvPr>
          <p:cNvSpPr/>
          <p:nvPr/>
        </p:nvSpPr>
        <p:spPr>
          <a:xfrm rot="5400000">
            <a:off x="894522" y="-897841"/>
            <a:ext cx="2782957" cy="4572000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ED52980-8B40-EB4F-BB5D-D6F18B2E495E}"/>
              </a:ext>
            </a:extLst>
          </p:cNvPr>
          <p:cNvSpPr/>
          <p:nvPr/>
        </p:nvSpPr>
        <p:spPr>
          <a:xfrm rot="5400000">
            <a:off x="-531744" y="541679"/>
            <a:ext cx="2584177" cy="1520688"/>
          </a:xfrm>
          <a:prstGeom prst="parallelogram">
            <a:avLst>
              <a:gd name="adj" fmla="val 76634"/>
            </a:avLst>
          </a:prstGeom>
          <a:solidFill>
            <a:srgbClr val="940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45328A62-B20C-3348-80E6-29854B478F55}"/>
              </a:ext>
            </a:extLst>
          </p:cNvPr>
          <p:cNvSpPr/>
          <p:nvPr/>
        </p:nvSpPr>
        <p:spPr>
          <a:xfrm rot="16200000" flipH="1">
            <a:off x="2566196" y="-1049125"/>
            <a:ext cx="2597731" cy="4688744"/>
          </a:xfrm>
          <a:custGeom>
            <a:avLst/>
            <a:gdLst>
              <a:gd name="connsiteX0" fmla="*/ 0 w 2597731"/>
              <a:gd name="connsiteY0" fmla="*/ 2123106 h 4688744"/>
              <a:gd name="connsiteX1" fmla="*/ 0 w 2597731"/>
              <a:gd name="connsiteY1" fmla="*/ 4688744 h 4688744"/>
              <a:gd name="connsiteX2" fmla="*/ 2597731 w 2597731"/>
              <a:gd name="connsiteY2" fmla="*/ 0 h 4688744"/>
              <a:gd name="connsiteX3" fmla="*/ 1176276 w 2597731"/>
              <a:gd name="connsiteY3" fmla="*/ 0 h 468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731" h="4688744">
                <a:moveTo>
                  <a:pt x="0" y="2123106"/>
                </a:moveTo>
                <a:lnTo>
                  <a:pt x="0" y="4688744"/>
                </a:lnTo>
                <a:lnTo>
                  <a:pt x="2597731" y="0"/>
                </a:lnTo>
                <a:lnTo>
                  <a:pt x="1176276" y="0"/>
                </a:lnTo>
                <a:close/>
              </a:path>
            </a:pathLst>
          </a:cu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47611-B5DE-7247-94CB-B25F37976211}"/>
              </a:ext>
            </a:extLst>
          </p:cNvPr>
          <p:cNvSpPr/>
          <p:nvPr/>
        </p:nvSpPr>
        <p:spPr>
          <a:xfrm>
            <a:off x="0" y="2504658"/>
            <a:ext cx="202095" cy="43533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BA9543-B37B-CE4A-8DEF-9BCAB6190C07}"/>
              </a:ext>
            </a:extLst>
          </p:cNvPr>
          <p:cNvSpPr/>
          <p:nvPr/>
        </p:nvSpPr>
        <p:spPr>
          <a:xfrm>
            <a:off x="202094" y="6664325"/>
            <a:ext cx="6934201" cy="193676"/>
          </a:xfrm>
          <a:prstGeom prst="rect">
            <a:avLst/>
          </a:pr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F5E09467-8D79-AC40-B103-5EBF7D6113CB}"/>
              </a:ext>
            </a:extLst>
          </p:cNvPr>
          <p:cNvSpPr/>
          <p:nvPr/>
        </p:nvSpPr>
        <p:spPr>
          <a:xfrm rot="16200000">
            <a:off x="8514522" y="3180819"/>
            <a:ext cx="2782957" cy="4572000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4FB87AE2-3E44-264A-B331-8B0119B6AB11}"/>
              </a:ext>
            </a:extLst>
          </p:cNvPr>
          <p:cNvSpPr/>
          <p:nvPr/>
        </p:nvSpPr>
        <p:spPr>
          <a:xfrm rot="16200000">
            <a:off x="10139568" y="4805863"/>
            <a:ext cx="2584177" cy="1520688"/>
          </a:xfrm>
          <a:prstGeom prst="parallelogram">
            <a:avLst>
              <a:gd name="adj" fmla="val 76634"/>
            </a:avLst>
          </a:prstGeom>
          <a:solidFill>
            <a:srgbClr val="940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6929F4CB-4787-3443-A549-B3112119F1AB}"/>
              </a:ext>
            </a:extLst>
          </p:cNvPr>
          <p:cNvSpPr/>
          <p:nvPr/>
        </p:nvSpPr>
        <p:spPr>
          <a:xfrm rot="5400000" flipH="1">
            <a:off x="7047497" y="3234185"/>
            <a:ext cx="2583882" cy="4663748"/>
          </a:xfrm>
          <a:custGeom>
            <a:avLst/>
            <a:gdLst>
              <a:gd name="connsiteX0" fmla="*/ 2583882 w 2583882"/>
              <a:gd name="connsiteY0" fmla="*/ 0 h 4663748"/>
              <a:gd name="connsiteX1" fmla="*/ 1162427 w 2583882"/>
              <a:gd name="connsiteY1" fmla="*/ 0 h 4663748"/>
              <a:gd name="connsiteX2" fmla="*/ 0 w 2583882"/>
              <a:gd name="connsiteY2" fmla="*/ 2098111 h 4663748"/>
              <a:gd name="connsiteX3" fmla="*/ 0 w 2583882"/>
              <a:gd name="connsiteY3" fmla="*/ 4663748 h 4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3882" h="4663748">
                <a:moveTo>
                  <a:pt x="2583882" y="0"/>
                </a:moveTo>
                <a:lnTo>
                  <a:pt x="1162427" y="0"/>
                </a:lnTo>
                <a:lnTo>
                  <a:pt x="0" y="2098111"/>
                </a:lnTo>
                <a:lnTo>
                  <a:pt x="0" y="4663748"/>
                </a:lnTo>
                <a:close/>
              </a:path>
            </a:pathLst>
          </a:custGeom>
          <a:solidFill>
            <a:srgbClr val="DF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EEFEB3-D06B-FE4E-9473-687271E6A95E}"/>
              </a:ext>
            </a:extLst>
          </p:cNvPr>
          <p:cNvSpPr/>
          <p:nvPr/>
        </p:nvSpPr>
        <p:spPr>
          <a:xfrm>
            <a:off x="11989906" y="0"/>
            <a:ext cx="202095" cy="43533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328038-120D-7342-903B-97D932AF7B5D}"/>
              </a:ext>
            </a:extLst>
          </p:cNvPr>
          <p:cNvSpPr txBox="1"/>
          <p:nvPr/>
        </p:nvSpPr>
        <p:spPr>
          <a:xfrm>
            <a:off x="2426847" y="2688446"/>
            <a:ext cx="7843587" cy="1066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kumimoji="1" lang="pt-PT" altLang="pt-PT" sz="6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  <a:ea typeface="Montserrat"/>
              </a:rPr>
              <a:t>Obrigada!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EF1EDD-6148-5440-8D7C-6A01846EE6F4}"/>
              </a:ext>
            </a:extLst>
          </p:cNvPr>
          <p:cNvSpPr txBox="1"/>
          <p:nvPr/>
        </p:nvSpPr>
        <p:spPr>
          <a:xfrm>
            <a:off x="2652133" y="3958686"/>
            <a:ext cx="7393015" cy="256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4000"/>
              </a:lnSpc>
            </a:pPr>
            <a:r>
              <a:rPr kumimoji="1" lang="pt-PT" altLang="pt-PT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Montserrat"/>
              </a:rPr>
              <a:t>Análise e Desenvolvimento de Sistemas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27ED80-B81B-3E42-A527-5EE72DBB7725}"/>
              </a:ext>
            </a:extLst>
          </p:cNvPr>
          <p:cNvSpPr txBox="1"/>
          <p:nvPr/>
        </p:nvSpPr>
        <p:spPr>
          <a:xfrm>
            <a:off x="5500215" y="5991529"/>
            <a:ext cx="801191" cy="30784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kumimoji="1" lang="pt-PT" altLang="pt-PT" sz="1400" dirty="0">
                <a:latin typeface="Montserrat"/>
                <a:ea typeface="Montserrat"/>
              </a:rPr>
              <a:t>Nov/25</a:t>
            </a:r>
          </a:p>
          <a:p>
            <a:endParaRPr kumimoji="1" lang="zh-CN" altLang="en-US" sz="1600" dirty="0">
              <a:latin typeface="+mn-ea"/>
            </a:endParaRPr>
          </a:p>
        </p:txBody>
      </p:sp>
      <p:pic>
        <p:nvPicPr>
          <p:cNvPr id="19" name="Imagem 18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C3A9C972-8B42-9AE4-165E-41331254F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083" y="1334251"/>
            <a:ext cx="1413010" cy="762073"/>
          </a:xfrm>
          <a:prstGeom prst="rect">
            <a:avLst/>
          </a:prstGeom>
        </p:spPr>
      </p:pic>
      <p:pic>
        <p:nvPicPr>
          <p:cNvPr id="21" name="Imagem 20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57AF56C6-476E-11F2-14BD-7839CBD1B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436" y="310330"/>
            <a:ext cx="1143109" cy="833517"/>
          </a:xfrm>
          <a:prstGeom prst="rect">
            <a:avLst/>
          </a:prstGeom>
        </p:spPr>
      </p:pic>
      <p:sp>
        <p:nvSpPr>
          <p:cNvPr id="22" name="文本框 16">
            <a:extLst>
              <a:ext uri="{FF2B5EF4-FFF2-40B4-BE49-F238E27FC236}">
                <a16:creationId xmlns:a16="http://schemas.microsoft.com/office/drawing/2014/main" id="{A3D82EC0-4D2C-A8B8-4190-F9C2A727E1FF}"/>
              </a:ext>
            </a:extLst>
          </p:cNvPr>
          <p:cNvSpPr txBox="1"/>
          <p:nvPr/>
        </p:nvSpPr>
        <p:spPr>
          <a:xfrm>
            <a:off x="5802398" y="4311524"/>
            <a:ext cx="1333897" cy="36980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kumimoji="1" lang="pt-PT" altLang="pt-PT" sz="1400" dirty="0">
                <a:latin typeface="Montserrat"/>
                <a:ea typeface="Montserrat"/>
              </a:rPr>
              <a:t>Projeto UCE</a:t>
            </a:r>
          </a:p>
          <a:p>
            <a:endParaRPr kumimoji="1" lang="zh-CN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39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2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  <p:tag name="ISPRING_FIRST_PUBLISH" val="1"/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Arial"/>
      </a:majorFont>
      <a:minorFont>
        <a:latin typeface="Arial"/>
        <a:ea typeface="思源黑体 CN Regular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DengXian Light" panose="020F0302020204030204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DengXian" panose="020F0502020204030204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DengXian Light" panose="020F0302020204030204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DengXian" panose="020F0502020204030204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4804</TotalTime>
  <Words>154</Words>
  <Application>Microsoft Office PowerPoint</Application>
  <PresentationFormat>Widescreen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DengXian</vt:lpstr>
      <vt:lpstr>Arial</vt:lpstr>
      <vt:lpstr>Montserrat</vt:lpstr>
      <vt:lpstr>Office 主题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Ferracioli,Caroline,BR-Ribeirão Preto</cp:lastModifiedBy>
  <cp:revision>668</cp:revision>
  <dcterms:created xsi:type="dcterms:W3CDTF">2018-06-17T04:53:58Z</dcterms:created>
  <dcterms:modified xsi:type="dcterms:W3CDTF">2025-11-27T23:24:20Z</dcterms:modified>
</cp:coreProperties>
</file>